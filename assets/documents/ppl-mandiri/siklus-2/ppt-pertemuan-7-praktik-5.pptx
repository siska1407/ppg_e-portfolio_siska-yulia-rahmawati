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59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6.png"/><Relationship Id="rId7" Type="http://schemas.openxmlformats.org/officeDocument/2006/relationships/image" Target="../media/image10.png"/><Relationship Id="rId12" Type="http://schemas.openxmlformats.org/officeDocument/2006/relationships/image" Target="../media/image6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63042"/>
            <a:ext cx="3705225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544067"/>
            <a:ext cx="8961120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oppins"/>
              </a:rPr>
              <a:t>Pengenalan Fungsi Dasar </a:t>
            </a:r>
            <a:r>
              <a:rPr sz="3900" b="1" i="0" u="none">
                <a:solidFill>
                  <a:srgbClr val="16A34A"/>
                </a:solidFill>
                <a:latin typeface="Poppins"/>
              </a:rPr>
              <a:t>Ms.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85083"/>
            <a:ext cx="8096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Panduan Praktis Pengolahan Data Nilai Secara Otomatis Menggunakan Fungsi SUM, AVERAGE, MIN, dan MAX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067817"/>
            <a:ext cx="1047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45189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0175" y="4518570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by : </a:t>
            </a:r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siska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yulia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0F172A"/>
                </a:solidFill>
                <a:latin typeface="Plus Jakarta Sans"/>
              </a:rPr>
              <a:t>rahmawati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1781"/>
            <a:ext cx="3530500" cy="2128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821781"/>
            <a:ext cx="3530649" cy="2128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821781"/>
            <a:ext cx="3530500" cy="21288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6262"/>
            <a:ext cx="280987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59906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688556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Memahami Konsep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69556"/>
            <a:ext cx="3054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Menjelaskan pengertian dan kegunaan fungsi dasar SUM, AVERAGE, MIN, dan MAX pada Ms. Excel dengan tepat.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725" y="3059906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725" y="3688556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Penulisan Rumus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4069556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Menuliskan struktur penulisan rumus/fungsi dengan benar (diawali tanda '=', nama fungsi, dan range data).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7975" y="3059906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7975" y="3688556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Penerapan Praktis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4069556"/>
            <a:ext cx="3054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Menerapkan fungsi untuk menghitung Total (SUM), Rata-rata (AVERAGE), Nilai Terendah (MIN), dan Tertinggi (MAX).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3193256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0" y="3193256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5137" y="3193256"/>
            <a:ext cx="1619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6787" y="476250"/>
            <a:ext cx="11186398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Tujuan Pembelajaran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176587"/>
            <a:ext cx="5334000" cy="1419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19087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9925" y="3462337"/>
            <a:ext cx="38671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FFFFFF"/>
                </a:solidFill>
                <a:latin typeface="Poppins"/>
              </a:rPr>
              <a:t>=SUM(C3:C12)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090987"/>
            <a:ext cx="28956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Plus Jakarta Sans Medium"/>
              </a:rPr>
              <a:t>Struktur Baku Penulisan Fungsi Excel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32410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533775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50" y="2305050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Diawali Tanda Sama Dengan (=)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2590800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Setiap perhitungan atau fungsi di Excel WAJIB diawali dengan tanda = agar terbaca sebagai rumus.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514725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Nama Fungsi (Function 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800475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Menggunakan kata kunci fungsi yang sesuai seperti SUM, AVERAGE, MIN, atau MAX dalam huruf kapital/kecil.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714875"/>
            <a:ext cx="5000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Rentang Data (Range)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5000625"/>
            <a:ext cx="47625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Range data ditulis di dalam kurung tutup, misal (C3:C12) untuk menentukan kumpulan sel yang diolah.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887" y="476250"/>
            <a:ext cx="11146393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Aturan Penulisan Formula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2706"/>
            <a:ext cx="2590800" cy="25669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602706"/>
            <a:ext cx="2590800" cy="25669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02706"/>
            <a:ext cx="2590800" cy="25669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602706"/>
            <a:ext cx="2590800" cy="25669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6262"/>
            <a:ext cx="319087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840831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469481"/>
            <a:ext cx="22202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50481"/>
            <a:ext cx="2114550" cy="108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Kegunaan: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Menjumlahkan seluruh data angka dalam range tertentu.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=SUM(range)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25" y="2840831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9025" y="3469481"/>
            <a:ext cx="22202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850481"/>
            <a:ext cx="2114550" cy="108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Kegunaan: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Menghitung nilai rata-rata aritmatika sekumpulan data.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=AVERAGE(range)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840831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8425" y="3469481"/>
            <a:ext cx="22202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850481"/>
            <a:ext cx="2114550" cy="108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Kegunaan: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Menemukan nilai paling kecil/terendah dari range data.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=MIN(range)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2840831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67825" y="3469481"/>
            <a:ext cx="22202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7825" y="3850481"/>
            <a:ext cx="2114550" cy="108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Kegunaan: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Menemukan nilai paling besar/tertinggi dari range data.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=MAX(range)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974181"/>
            <a:ext cx="1905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2375" y="2974181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487" y="2974181"/>
            <a:ext cx="23812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6887" y="2974181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4887" y="476250"/>
            <a:ext cx="11146393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4 Fungsi Dasar Pengolahan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033712"/>
            <a:ext cx="5334000" cy="1704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280987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1775" y="3328987"/>
            <a:ext cx="4980622" cy="28575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5803D"/>
                </a:solidFill>
                <a:latin typeface="Poppins SemiBold"/>
              </a:rPr>
              <a:t>Tips Penting!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757612"/>
            <a:ext cx="4743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66534"/>
                </a:solidFill>
                <a:latin typeface="Plus Jakarta Sans"/>
              </a:rPr>
              <a:t>Pastikan range data tidak menyertakan sel judul tabel atau sel hasil perhitungan agar hasil angka valid dan tidak berputar (circular reference error).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9241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13385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376612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50" y="2905125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Alamat Sel (Cell Reference)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190875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Pertemuan antara Kolom (Huruf) dan Baris (Angka). Contoh: C3 berarti Kolom C Baris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114800"/>
            <a:ext cx="47705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Rentang Sel (Range)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4400550"/>
            <a:ext cx="45434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Kumpulan beberapa sel yang berdekatan. Dihubungkan dengan tanda titik dua : (sampai dengan). Contoh: C3:C12.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787" y="476250"/>
            <a:ext cx="11186398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Konsep Cell Reference &amp;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6925"/>
            <a:ext cx="11049000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280987" cy="2857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058079"/>
              </p:ext>
            </p:extLst>
          </p:nvPr>
        </p:nvGraphicFramePr>
        <p:xfrm>
          <a:off x="571500" y="1534646"/>
          <a:ext cx="11001374" cy="406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"/>
                <a:gridCol w="1547366"/>
                <a:gridCol w="4995564"/>
                <a:gridCol w="4029819"/>
              </a:tblGrid>
              <a:tr h="276957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/>
                        </a:rPr>
                        <a:t>REKAP NILAI ULANGAN INFORMATIKA (KELAS VIII)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/>
                        </a:rPr>
                        <a:t>Nama Siswa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/>
                        </a:rPr>
                        <a:t>Nilai Ulangan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Andi Pratama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Bunga Lestari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Citra Ayu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Dimas Saputra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Eka Wulandari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Fajar Ramadhan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Gita Permata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Hendra Kurniawan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57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Intan Sari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6966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1E293B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/>
                        </a:rPr>
                        <a:t>Joko Santoso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Segoe UI"/>
                        </a:rPr>
                        <a:t>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6787" y="476250"/>
            <a:ext cx="11186398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Visualisasi Cell &amp; Tabel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214312" cy="285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676525"/>
            <a:ext cx="11049000" cy="24193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676525"/>
          <a:ext cx="11039473" cy="241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763"/>
                <a:gridCol w="1670149"/>
                <a:gridCol w="3594943"/>
                <a:gridCol w="2664618"/>
              </a:tblGrid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Informasi yang Dicari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Fungsi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Penulisan Rumus di Excel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Hasil Perhitungan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Total Seluruh 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=SUM(C3:C12)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Rata-Rata Nilai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=AVERAGE(C3:C12)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79.4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Nilai Terendah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=MIN(C3:C12)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60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(Hendra K.)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Nilai Tertinggi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=MAX(C3:C12)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95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(Gita P.)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624262"/>
            <a:ext cx="3109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86026" y="3624262"/>
            <a:ext cx="1670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56175" y="3624262"/>
            <a:ext cx="3594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1118" y="3624262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4110037"/>
            <a:ext cx="3109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86026" y="4110037"/>
            <a:ext cx="1670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56175" y="4110037"/>
            <a:ext cx="3594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51118" y="4110037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595812"/>
            <a:ext cx="3109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86026" y="4595812"/>
            <a:ext cx="1670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56175" y="4595812"/>
            <a:ext cx="3594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51118" y="4595812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262" y="5081587"/>
            <a:ext cx="31097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86026" y="5081587"/>
            <a:ext cx="1670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56175" y="5081587"/>
            <a:ext cx="3594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51118" y="5081587"/>
            <a:ext cx="26646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625" y="3267075"/>
            <a:ext cx="1169937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625" y="3752850"/>
            <a:ext cx="1489918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625" y="4238625"/>
            <a:ext cx="1169937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625" y="4724400"/>
            <a:ext cx="1169937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0112" y="476250"/>
            <a:ext cx="11256406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Rumus &amp; Hasil Pengolahan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645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19087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679" y="1521759"/>
            <a:ext cx="6131298" cy="4153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93370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13385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50" y="2914650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Cepat &amp; Otomatis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200400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Fitur AutoSum pada Ribbon Excel memungkinkannya mendeteksi range angka secara otomatis tanpa mengetik manual.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4800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Akurasi Tinggi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0055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Meminimalisir risiko kesalahan hitung (human error) dibandingkan kalkulator manual.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887" y="476250"/>
            <a:ext cx="11146393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Fitur AutoSum &amp; Efisiensi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645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57187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85975"/>
            <a:ext cx="53149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933700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13385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5625" y="2914650"/>
            <a:ext cx="475059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Metode Problem-Based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5625" y="320040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Siswa menyelesaikan tantangan pengolahan rekap nilai riil secara individu/berpasangan.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4114800"/>
            <a:ext cx="475059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Pendekatan Gamifikasi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440055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Diperkuat dengan Pretest &amp; Posttest interaktif berbasis web game untuk mengukur peningkatan pemahaman.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987" y="476250"/>
            <a:ext cx="11106388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Praktik Langsung (Learning by Doing)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2256"/>
            <a:ext cx="3530500" cy="2147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812256"/>
            <a:ext cx="3530649" cy="2147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812256"/>
            <a:ext cx="3530500" cy="2147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6262"/>
            <a:ext cx="357187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50381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679031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Kesalahan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60031"/>
            <a:ext cx="3054250" cy="652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Apa yang terjadi jika range data tertulis C3:C11 padahal data sampai baris 12? Nilai Joko Santoso tidak akan terhitung!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725" y="3050381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725" y="3679031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Penerapan Nyata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40600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Fungsi ini berguna untuk mencatat keuangan kas kelas, mendata barang toko, hingga analisis data survei.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7975" y="3050381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7975" y="3679031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Langkah Lanjutan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4060031"/>
            <a:ext cx="3054250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Penguasaan fungsi dasar menjadi fondasi utama untuk mempelajari fungsi logika IF dan pencarian VLOOKUP.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3183731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2075" y="3183731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7037" y="3183731"/>
            <a:ext cx="2381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2987" y="476250"/>
            <a:ext cx="11106388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Pertanyaan Diskusi &amp; Refleksi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6262"/>
            <a:ext cx="214312" cy="285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747962"/>
            <a:ext cx="11049000" cy="22764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747962"/>
          <a:ext cx="11039473" cy="227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076"/>
                <a:gridCol w="2840235"/>
                <a:gridCol w="3028354"/>
                <a:gridCol w="2989808"/>
              </a:tblGrid>
              <a:tr h="56911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Kriteria Penilaian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Sangat Baik (4)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Baik (3)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Cukup / Perlu Bimbingan (1-2)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91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Penggunaan SUM &amp; AVERAGE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Diterapkan mandiri, range tepat, hasil benar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Diterapkan dengan sedikit bantuan, hasil benar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Range kurang tepat / terjadi kesalahan rumus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1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Penggunaan MIN &amp; 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Kedua fungsi tepat &amp; mandiri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Diterapkan dengan sedikit arahan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Hanya menerapkan salah satu / belum paham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912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Struktur Rumus &amp;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Seluruh rumus tepat tanpa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Sebagian besar rumus ditulis tepat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Banyak error sintaks / tidak pakai rumus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810000"/>
            <a:ext cx="21810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57338" y="3810000"/>
            <a:ext cx="2840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97574" y="3810000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25929" y="3810000"/>
            <a:ext cx="2989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4410075"/>
            <a:ext cx="21810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57338" y="4410075"/>
            <a:ext cx="2840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97574" y="4410075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25929" y="4410075"/>
            <a:ext cx="2989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5010150"/>
            <a:ext cx="21810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57338" y="5010150"/>
            <a:ext cx="2840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97574" y="5010150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25929" y="5010150"/>
            <a:ext cx="29898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112" y="476250"/>
            <a:ext cx="11256406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Rubrik Penilaian Keterampilan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84139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80698" y="2674739"/>
            <a:ext cx="4830603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Poppins"/>
              </a:rPr>
              <a:t>Ada Pertanyaan?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1893689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661</Words>
  <Application>Microsoft Office PowerPoint</Application>
  <PresentationFormat>Custom</PresentationFormat>
  <Paragraphs>141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2026-09-07T15:42:47Z</dcterms:modified>
  <cp:category/>
</cp:coreProperties>
</file>